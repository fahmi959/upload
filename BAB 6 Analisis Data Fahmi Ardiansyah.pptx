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73" r:id="rId4"/>
    <p:sldId id="257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70" r:id="rId17"/>
    <p:sldId id="271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64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Bab-6-Analisis-Data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Persegi Panjang 2">
            <a:extLst>
              <a:ext uri="{FF2B5EF4-FFF2-40B4-BE49-F238E27FC236}">
                <a16:creationId xmlns:a16="http://schemas.microsoft.com/office/drawing/2014/main" id="{D5B3CE58-68F6-44A6-A1AA-7977B427CAAC}"/>
              </a:ext>
            </a:extLst>
          </p:cNvPr>
          <p:cNvSpPr/>
          <p:nvPr/>
        </p:nvSpPr>
        <p:spPr>
          <a:xfrm>
            <a:off x="1798655" y="4572000"/>
            <a:ext cx="4561952" cy="763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FAHMI - INFORMATIKA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02-Analisis-Data-untuk-kelas-X-informatika-2-638.jpg">
            <a:extLst>
              <a:ext uri="{FF2B5EF4-FFF2-40B4-BE49-F238E27FC236}">
                <a16:creationId xmlns:a16="http://schemas.microsoft.com/office/drawing/2014/main" id="{B2B335AB-9603-4D95-8DA3-D4707DC9A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0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Analisis-Data-untuk-kelas-X-informatika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Bab-6-Analisis-Data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Analisis-Data-untuk-kelas-X-informatika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Bab-6-Analisis-Data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Bab-6-Analisis-Data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Bab-6-Analisis-Data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Bab-6-Analisis-Data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Bab-6-Analisis-Data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5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Bab-6-Analisis-Data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Bab-6-Analisis-Data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Bab-6-Analisis-Data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Bab-6-Analisis-Data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Analisis-Data-untuk-kelas-X-informatika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Analisis-Data-untuk-kelas-X-informatika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Analisis-Data-untuk-kelas-X-informatika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Bab-6-Analisis-Data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Tampilan Layar (4:3)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subject/>
  <dc:creator/>
  <cp:keywords/>
  <dc:description>generated using python-pptx</dc:description>
  <cp:lastModifiedBy>asus</cp:lastModifiedBy>
  <cp:revision>2</cp:revision>
  <dcterms:created xsi:type="dcterms:W3CDTF">2013-01-27T09:14:16Z</dcterms:created>
  <dcterms:modified xsi:type="dcterms:W3CDTF">2026-02-02T05:03:37Z</dcterms:modified>
  <cp:category/>
</cp:coreProperties>
</file>