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64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Kotak Teks 5">
            <a:extLst>
              <a:ext uri="{FF2B5EF4-FFF2-40B4-BE49-F238E27FC236}">
                <a16:creationId xmlns:a16="http://schemas.microsoft.com/office/drawing/2014/main" id="{9C6E44D1-2026-4CCA-A2DD-266143BB0CD2}"/>
              </a:ext>
            </a:extLst>
          </p:cNvPr>
          <p:cNvSpPr txBox="1"/>
          <p:nvPr/>
        </p:nvSpPr>
        <p:spPr>
          <a:xfrm>
            <a:off x="6772589" y="5526593"/>
            <a:ext cx="149720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Fahmi, </a:t>
            </a:r>
            <a:r>
              <a:rPr lang="en-US" dirty="0" err="1"/>
              <a:t>S.Kom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9C8A18B1-01A8-4BD0-BB8A-5791D73BCFD0}"/>
              </a:ext>
            </a:extLst>
          </p:cNvPr>
          <p:cNvSpPr txBox="1"/>
          <p:nvPr/>
        </p:nvSpPr>
        <p:spPr>
          <a:xfrm>
            <a:off x="532563" y="6234347"/>
            <a:ext cx="121585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Fahmi, </a:t>
            </a:r>
            <a:r>
              <a:rPr lang="en-US" sz="1300" dirty="0" err="1"/>
              <a:t>S.Kom</a:t>
            </a:r>
            <a:r>
              <a:rPr lang="en-US" sz="13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Kotak Teks 4">
            <a:extLst>
              <a:ext uri="{FF2B5EF4-FFF2-40B4-BE49-F238E27FC236}">
                <a16:creationId xmlns:a16="http://schemas.microsoft.com/office/drawing/2014/main" id="{CE916837-F4B9-4EEA-BC48-522BB1C31B14}"/>
              </a:ext>
            </a:extLst>
          </p:cNvPr>
          <p:cNvSpPr txBox="1"/>
          <p:nvPr/>
        </p:nvSpPr>
        <p:spPr>
          <a:xfrm>
            <a:off x="532563" y="6234347"/>
            <a:ext cx="121585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Fahmi, </a:t>
            </a:r>
            <a:r>
              <a:rPr lang="en-US" sz="1300" dirty="0" err="1"/>
              <a:t>S.Kom</a:t>
            </a:r>
            <a:r>
              <a:rPr lang="en-US" sz="13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F9655F5F-01A3-470A-A244-EF33775B0FFF}"/>
              </a:ext>
            </a:extLst>
          </p:cNvPr>
          <p:cNvSpPr txBox="1"/>
          <p:nvPr/>
        </p:nvSpPr>
        <p:spPr>
          <a:xfrm>
            <a:off x="7470950" y="6175749"/>
            <a:ext cx="121585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Fahmi, </a:t>
            </a:r>
            <a:r>
              <a:rPr lang="en-US" sz="1400" dirty="0" err="1"/>
              <a:t>S.Kom</a:t>
            </a:r>
            <a:r>
              <a:rPr lang="en-US" sz="14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8A331EFE-DBA3-4D22-B9FF-26AC3E4A9790}"/>
              </a:ext>
            </a:extLst>
          </p:cNvPr>
          <p:cNvSpPr txBox="1"/>
          <p:nvPr/>
        </p:nvSpPr>
        <p:spPr>
          <a:xfrm>
            <a:off x="7556361" y="6013284"/>
            <a:ext cx="121585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Fahmi, </a:t>
            </a:r>
            <a:r>
              <a:rPr lang="en-US" sz="1300" dirty="0" err="1"/>
              <a:t>S.Kom</a:t>
            </a:r>
            <a:r>
              <a:rPr lang="en-US" sz="13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Kotak Teks 4">
            <a:extLst>
              <a:ext uri="{FF2B5EF4-FFF2-40B4-BE49-F238E27FC236}">
                <a16:creationId xmlns:a16="http://schemas.microsoft.com/office/drawing/2014/main" id="{BE65F197-8D64-4795-A01F-5FC6C5F011CA}"/>
              </a:ext>
            </a:extLst>
          </p:cNvPr>
          <p:cNvSpPr txBox="1"/>
          <p:nvPr/>
        </p:nvSpPr>
        <p:spPr>
          <a:xfrm>
            <a:off x="7556361" y="6013284"/>
            <a:ext cx="121585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Fahmi, </a:t>
            </a:r>
            <a:r>
              <a:rPr lang="en-US" sz="1300" dirty="0" err="1"/>
              <a:t>S.Kom</a:t>
            </a:r>
            <a:r>
              <a:rPr lang="en-US" sz="13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031A3386-EBC3-45D8-870C-9E7B226C89BD}"/>
              </a:ext>
            </a:extLst>
          </p:cNvPr>
          <p:cNvSpPr txBox="1"/>
          <p:nvPr/>
        </p:nvSpPr>
        <p:spPr>
          <a:xfrm>
            <a:off x="7234813" y="6290974"/>
            <a:ext cx="121585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Fahmi, </a:t>
            </a:r>
            <a:r>
              <a:rPr lang="en-US" sz="1300" dirty="0" err="1"/>
              <a:t>S.Kom</a:t>
            </a:r>
            <a:r>
              <a:rPr lang="en-US" sz="13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2153448D-FB36-45CB-BE2F-8AA81383F33A}"/>
              </a:ext>
            </a:extLst>
          </p:cNvPr>
          <p:cNvSpPr txBox="1"/>
          <p:nvPr/>
        </p:nvSpPr>
        <p:spPr>
          <a:xfrm>
            <a:off x="7234813" y="6280926"/>
            <a:ext cx="121585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Fahmi, </a:t>
            </a:r>
            <a:r>
              <a:rPr lang="en-US" sz="1300" dirty="0" err="1"/>
              <a:t>S.Kom</a:t>
            </a:r>
            <a:r>
              <a:rPr lang="en-US" sz="1300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DC172728-DCC5-4BB2-A285-CADC902D1E5C}"/>
              </a:ext>
            </a:extLst>
          </p:cNvPr>
          <p:cNvSpPr txBox="1"/>
          <p:nvPr/>
        </p:nvSpPr>
        <p:spPr>
          <a:xfrm>
            <a:off x="703384" y="6184972"/>
            <a:ext cx="121585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Fahmi, </a:t>
            </a:r>
            <a:r>
              <a:rPr lang="en-US" sz="1300" dirty="0" err="1"/>
              <a:t>S.Kom</a:t>
            </a:r>
            <a:r>
              <a:rPr lang="en-US" sz="1300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EF8EFC9C-21F1-4FE6-A196-804C8FB9990D}"/>
              </a:ext>
            </a:extLst>
          </p:cNvPr>
          <p:cNvSpPr txBox="1"/>
          <p:nvPr/>
        </p:nvSpPr>
        <p:spPr>
          <a:xfrm>
            <a:off x="7470950" y="6230686"/>
            <a:ext cx="121585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Fahmi, </a:t>
            </a:r>
            <a:r>
              <a:rPr lang="en-US" sz="1300" dirty="0" err="1"/>
              <a:t>S.Kom</a:t>
            </a:r>
            <a:r>
              <a:rPr lang="en-US" sz="1300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6712E80A-469A-4AA4-B655-CE460348E9BB}"/>
              </a:ext>
            </a:extLst>
          </p:cNvPr>
          <p:cNvSpPr txBox="1"/>
          <p:nvPr/>
        </p:nvSpPr>
        <p:spPr>
          <a:xfrm>
            <a:off x="7234813" y="6290974"/>
            <a:ext cx="121585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Fahmi, </a:t>
            </a:r>
            <a:r>
              <a:rPr lang="en-US" sz="1300" dirty="0" err="1"/>
              <a:t>S.Kom</a:t>
            </a:r>
            <a:r>
              <a:rPr lang="en-US" sz="1300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55F60F9C-4AB3-4BDE-A422-B9551633DD23}"/>
              </a:ext>
            </a:extLst>
          </p:cNvPr>
          <p:cNvSpPr txBox="1"/>
          <p:nvPr/>
        </p:nvSpPr>
        <p:spPr>
          <a:xfrm>
            <a:off x="622998" y="6290974"/>
            <a:ext cx="121585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Fahmi, </a:t>
            </a:r>
            <a:r>
              <a:rPr lang="en-US" sz="1300" dirty="0" err="1"/>
              <a:t>S.Kom</a:t>
            </a:r>
            <a:r>
              <a:rPr lang="en-US" sz="1300"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F569D13C-925D-4879-82CE-C0AFF5B13523}"/>
              </a:ext>
            </a:extLst>
          </p:cNvPr>
          <p:cNvSpPr txBox="1"/>
          <p:nvPr/>
        </p:nvSpPr>
        <p:spPr>
          <a:xfrm>
            <a:off x="7234813" y="6290974"/>
            <a:ext cx="121585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Fahmi, </a:t>
            </a:r>
            <a:r>
              <a:rPr lang="en-US" sz="1300" dirty="0" err="1"/>
              <a:t>S.Kom</a:t>
            </a:r>
            <a:r>
              <a:rPr lang="en-US" sz="1300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7F6BB1AF-769B-4E43-A8A0-C9B44E3F912B}"/>
              </a:ext>
            </a:extLst>
          </p:cNvPr>
          <p:cNvSpPr txBox="1"/>
          <p:nvPr/>
        </p:nvSpPr>
        <p:spPr>
          <a:xfrm>
            <a:off x="7234813" y="6290974"/>
            <a:ext cx="121585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Fahmi, </a:t>
            </a:r>
            <a:r>
              <a:rPr lang="en-US" sz="1300" dirty="0" err="1"/>
              <a:t>S.Kom</a:t>
            </a:r>
            <a:r>
              <a:rPr lang="en-US" sz="1300"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1F46549B-24E9-445E-99C6-D99501B4A8EF}"/>
              </a:ext>
            </a:extLst>
          </p:cNvPr>
          <p:cNvSpPr txBox="1"/>
          <p:nvPr/>
        </p:nvSpPr>
        <p:spPr>
          <a:xfrm>
            <a:off x="7234813" y="6290974"/>
            <a:ext cx="121585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Fahmi, </a:t>
            </a:r>
            <a:r>
              <a:rPr lang="en-US" sz="1300" dirty="0" err="1"/>
              <a:t>S.Kom</a:t>
            </a:r>
            <a:r>
              <a:rPr lang="en-US" sz="1300"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D44CBCF2-763B-4ED7-A22A-C3DDE85E3BC7}"/>
              </a:ext>
            </a:extLst>
          </p:cNvPr>
          <p:cNvSpPr txBox="1"/>
          <p:nvPr/>
        </p:nvSpPr>
        <p:spPr>
          <a:xfrm>
            <a:off x="7234813" y="6290974"/>
            <a:ext cx="121585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Fahmi, </a:t>
            </a:r>
            <a:r>
              <a:rPr lang="en-US" sz="1300" dirty="0" err="1"/>
              <a:t>S.Kom</a:t>
            </a:r>
            <a:r>
              <a:rPr lang="en-US" sz="1300"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7BC0CAFB-2D03-4AF9-9BC4-0343D6FE03F1}"/>
              </a:ext>
            </a:extLst>
          </p:cNvPr>
          <p:cNvSpPr txBox="1"/>
          <p:nvPr/>
        </p:nvSpPr>
        <p:spPr>
          <a:xfrm>
            <a:off x="7234813" y="6290974"/>
            <a:ext cx="121585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Fahmi, </a:t>
            </a:r>
            <a:r>
              <a:rPr lang="en-US" sz="1300" dirty="0" err="1"/>
              <a:t>S.Kom</a:t>
            </a:r>
            <a:r>
              <a:rPr lang="en-US" sz="1300"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Kotak Teks 3">
            <a:extLst>
              <a:ext uri="{FF2B5EF4-FFF2-40B4-BE49-F238E27FC236}">
                <a16:creationId xmlns:a16="http://schemas.microsoft.com/office/drawing/2014/main" id="{8D25ABD5-1710-40B8-937F-A74CACCBEEAF}"/>
              </a:ext>
            </a:extLst>
          </p:cNvPr>
          <p:cNvSpPr txBox="1"/>
          <p:nvPr/>
        </p:nvSpPr>
        <p:spPr>
          <a:xfrm>
            <a:off x="7234813" y="6290974"/>
            <a:ext cx="121585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Fahmi, </a:t>
            </a:r>
            <a:r>
              <a:rPr lang="en-US" sz="1300" dirty="0" err="1"/>
              <a:t>S.Kom</a:t>
            </a:r>
            <a:r>
              <a:rPr lang="en-US" sz="1300"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108</Words>
  <Application>Microsoft Office PowerPoint</Application>
  <PresentationFormat>Tampilan Layar (4:3)</PresentationFormat>
  <Paragraphs>18</Paragraphs>
  <Slides>23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2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PowerPoint</dc:title>
  <dc:subject/>
  <dc:creator/>
  <cp:keywords/>
  <dc:description>generated using python-pptx</dc:description>
  <cp:lastModifiedBy>asus</cp:lastModifiedBy>
  <cp:revision>3</cp:revision>
  <dcterms:created xsi:type="dcterms:W3CDTF">2013-01-27T09:14:16Z</dcterms:created>
  <dcterms:modified xsi:type="dcterms:W3CDTF">2025-08-07T00:48:43Z</dcterms:modified>
  <cp:category/>
</cp:coreProperties>
</file>